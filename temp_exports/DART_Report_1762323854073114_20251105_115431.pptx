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4508C"/>
                </a:solidFill>
                <a:latin typeface="Segoe UI"/>
              </a:rPr>
              <a:t>DART Analytics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82828"/>
                </a:solidFill>
                <a:latin typeface="Segoe UI"/>
              </a:rPr>
              <a:t>Generated on November 05, 2025 at 11:54 AM</a:t>
            </a:r>
          </a:p>
          <a:p>
            <a:r>
              <a:rPr sz="1800" b="0">
                <a:solidFill>
                  <a:srgbClr val="282828"/>
                </a:solidFill>
                <a:latin typeface="Segoe UI"/>
              </a:rPr>
              <a:t>Total Charts: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508C"/>
                </a:solidFill>
                <a:latin typeface="Segoe U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9601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82828"/>
                </a:solidFill>
                <a:latin typeface="Segoe UI"/>
              </a:rPr>
              <a:t>Key Findings:</a:t>
            </a:r>
          </a:p>
          <a:p/>
          <a:p>
            <a:r>
              <a:rPr sz="2000" b="0">
                <a:solidFill>
                  <a:srgbClr val="282828"/>
                </a:solidFill>
                <a:latin typeface="Segoe UI"/>
              </a:rPr>
              <a:t>• Total Charts Analyzed: 1</a:t>
            </a:r>
          </a:p>
          <a:p>
            <a:r>
              <a:rPr sz="2000" b="0">
                <a:solidFill>
                  <a:srgbClr val="282828"/>
                </a:solidFill>
                <a:latin typeface="Segoe UI"/>
              </a:rPr>
              <a:t>• Charts with Recent Anomalies: 1</a:t>
            </a:r>
          </a:p>
          <a:p>
            <a:r>
              <a:rPr sz="2000" b="0">
                <a:solidFill>
                  <a:srgbClr val="282828"/>
                </a:solidFill>
                <a:latin typeface="Segoe UI"/>
              </a:rPr>
              <a:t>• Total Anomalies Detected: 17</a:t>
            </a:r>
          </a:p>
          <a:p>
            <a:r>
              <a:rPr sz="2000" b="0">
                <a:solidFill>
                  <a:srgbClr val="282828"/>
                </a:solidFill>
                <a:latin typeface="Segoe UI"/>
              </a:rPr>
              <a:t>• Recent Anomalies (Last Half): 8</a:t>
            </a:r>
          </a:p>
          <a:p/>
          <a:p>
            <a:r>
              <a:rPr sz="2000" b="0">
                <a:solidFill>
                  <a:srgbClr val="282828"/>
                </a:solidFill>
                <a:latin typeface="Segoe UI"/>
              </a:rPr>
              <a:t>Charts are ordered by recent anomaly count (highest first) for priority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508C"/>
                </a:solidFill>
                <a:latin typeface="Segoe UI"/>
              </a:rPr>
              <a:t>1. Chart for sales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899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82828"/>
                </a:solidFill>
                <a:latin typeface="Segoe UI"/>
              </a:rPr>
              <a:t>Statistics:</a:t>
            </a:r>
          </a:p>
          <a:p>
            <a:r>
              <a:rPr sz="1400" b="0">
                <a:solidFill>
                  <a:srgbClr val="282828"/>
                </a:solidFill>
                <a:latin typeface="Segoe UI"/>
              </a:rPr>
              <a:t>Data Points: 20 | Total Outliers: 17 | Recent Outliers: 8 | Zero Values: 0 (0.0%)</a:t>
            </a:r>
          </a:p>
          <a:p>
            <a:r>
              <a:rPr sz="1400" b="0">
                <a:solidFill>
                  <a:srgbClr val="282828"/>
                </a:solidFill>
                <a:latin typeface="Segoe UI"/>
              </a:rPr>
              <a:t>Mean: 158.215 | Std Dev: 15.128 | Min: 130.750 | Max: 185.750</a:t>
            </a:r>
          </a:p>
          <a:p/>
          <a:p>
            <a:r>
              <a:rPr sz="1400" b="0">
                <a:solidFill>
                  <a:srgbClr val="282828"/>
                </a:solidFill>
                <a:latin typeface="Segoe UI"/>
              </a:rPr>
              <a:t>Note: Charts are prioritized by recent anomaly count.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274320"/>
            <a:ext cx="2103120" cy="548640"/>
          </a:xfrm>
          <a:prstGeom prst="rect">
            <a:avLst/>
          </a:prstGeom>
          <a:solidFill>
            <a:srgbClr val="14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FFFFFF"/>
                </a:solidFill>
                <a:latin typeface="Segoe UI"/>
              </a:rPr>
              <a:t>High Priority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